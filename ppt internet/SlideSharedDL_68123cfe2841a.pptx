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presProps" Target="presProps.xml"/>
  <Relationship Id="rId44" Type="http://schemas.openxmlformats.org/officeDocument/2006/relationships/viewProps" Target="viewProps.xml"/>
  <Relationship Id="rId4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3504199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6e274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6fa75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0f1d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2ea0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4836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6a76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7d61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8f74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a1ba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bf1b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d579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eaff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7f9bf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0edf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24ed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394b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4dad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65f4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7cf6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952f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ac3d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c2c9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d87e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8efca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0632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1b5d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38b2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4d7a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6347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7bcd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8caa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9f9e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b2bf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c688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d733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9ee35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a01a5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a1aa8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a2f5b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8123cfea3ffe40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0" descr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" descr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" descr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" descr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" descr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" descr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" descr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" descr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" descr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" descr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" descr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" descr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2" descr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3" descr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4" descr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5" descr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6" descr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7" descr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8" descr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9" descr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0" descr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1" descr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2" descr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3" descr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4" descr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5" descr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6" descr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7" descr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8" descr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9" descr="Slid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0" descr="Slid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1" descr="Slid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2" descr="Slid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3" descr="Slid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4" descr="Slid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5" descr="Slid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6" descr="Slid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7" descr="Slid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8" descr="Slid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9" descr="Slid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49">
  <a:themeElements>
    <a:clrScheme name="Theme4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2025-04-30T15:08:46Z</dcterms:created>
  <dcterms:modified xsi:type="dcterms:W3CDTF">2025-04-30T15:08:46Z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